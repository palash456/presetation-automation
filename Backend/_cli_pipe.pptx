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5143500"/>
  <p:sldIdLst>
    <p:sldId id="256" r:id="rId2"/>
  </p:sldIdLst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9144000" cy="5143500"/>
        </a:xfrm>
      </p:grpSpPr>
      <p:sp>
        <p:nvSpPr>
          <p:cNvPr id="2" name="T"/>
          <p:cNvSpPr/>
          <p:nvPr>
            <p:ph type="title"/>
          </p:nvPr>
        </p:nvSpPr>
        <p:spPr>
          <a:xfrm>
            <a:off x="0" y="0"/>
            <a:ext cx="2000000" cy="500000"/>
          </a:xfrm>
        </p:spPr>
        <p:txBody>
          <a:bodyPr/>
          <a:lstStyle/>
          <a:p>
            <a:r>
              <a:t>Hi</a:t>
            </a:r>
          </a:p>
        </p:txBody>
      </p:sp>
    </p:spTree>
  </p:cSld>
</p:sld>
</file>